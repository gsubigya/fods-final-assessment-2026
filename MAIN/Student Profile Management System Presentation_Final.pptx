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34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System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text-file-based student record system built in Python</a:t>
            </a:r>
            <a:endParaRPr lang="en-US"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541A3B-56D7-715E-C732-E57ABCB00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909" y="161059"/>
            <a:ext cx="836468" cy="83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FD3C28-6DDE-6B28-F140-627E4E77D340}"/>
              </a:ext>
            </a:extLst>
          </p:cNvPr>
          <p:cNvSpPr/>
          <p:nvPr/>
        </p:nvSpPr>
        <p:spPr>
          <a:xfrm>
            <a:off x="363682" y="4490951"/>
            <a:ext cx="6774873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Prasan Manandhar, Saksham Poudel, Shitansha Baral, Subigya Ghimire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Student Profile Management System that stores all data in plain text files. Admins manage records; students view their own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1920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112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auth with 3-attempt limit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468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660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view, modify and delete any student record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017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209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profile, grades, and ECA activities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charts and pandas summary reports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114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306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.txt files no database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&amp;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96012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admin.py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8912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96012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student_menu.py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14173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14884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class / OOP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214884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2316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file_handler.py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2316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 files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0" y="2148840"/>
            <a:ext cx="18288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8912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analytics.py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89120" y="2606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Files (.txt)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users.txt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passwords.txt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grades.txt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eca.txt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import file_handler.py to access data  no direct file I/O elsewhere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Storage Format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users.txt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per line. Fields separated by commas.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8229600" cy="347472"/>
          </a:xfrm>
          <a:prstGeom prst="rect">
            <a:avLst/>
          </a:prstGeom>
          <a:solidFill>
            <a:srgbClr val="1C2530"/>
          </a:solidFill>
          <a:ln w="127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U002, </a:t>
            </a:r>
            <a:r>
              <a:rPr lang="en-US" sz="1100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saksham</a:t>
            </a: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Saksham Poudel,saksham@school.com,student,2003-05-12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passwords.txt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 per 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8229600" cy="347472"/>
          </a:xfrm>
          <a:prstGeom prst="rect">
            <a:avLst/>
          </a:prstGeom>
          <a:solidFill>
            <a:srgbClr val="1C2530"/>
          </a:solidFill>
          <a:ln w="127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saksham</a:t>
            </a: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subigya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grades.txt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followed by Subject:Score pairs.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solidFill>
            <a:srgbClr val="1C2530"/>
          </a:solidFill>
          <a:ln w="127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38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saksham,Math:78,Science:85,English:72,Nepali:88,Computer:91</a:t>
            </a:r>
            <a:endParaRPr lang="en-US" sz="1100" dirty="0">
              <a:solidFill>
                <a:schemeClr val="bg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eca.txt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followed by Activity:Hours pairs.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43984"/>
            <a:ext cx="8229600" cy="347472"/>
          </a:xfrm>
          <a:prstGeom prst="rect">
            <a:avLst/>
          </a:prstGeom>
          <a:solidFill>
            <a:srgbClr val="1C2530"/>
          </a:solidFill>
          <a:ln w="12700">
            <a:solidFill>
              <a:srgbClr val="1C2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44398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saksham,Football:3,Debate Club:2,Photography:1</a:t>
            </a:r>
            <a:endParaRPr lang="en-US" sz="11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39776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users (admin or student)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 in the 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any student's record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any student and their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system-wide insights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analytics dashboard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397764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960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their own full profile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grades with pass/fail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ECA activities and hours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personal info (name, email, DOB)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their own 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other students' data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pic>
        <p:nvPicPr>
          <p:cNvPr id="2050" name="Picture 2" descr="Admin Icon Vector Art, Icons, and Graphics for Free Download">
            <a:extLst>
              <a:ext uri="{FF2B5EF4-FFF2-40B4-BE49-F238E27FC236}">
                <a16:creationId xmlns:a16="http://schemas.microsoft.com/office/drawing/2014/main" id="{101A9003-C22D-5A94-6345-95AFC9419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52" y="3075709"/>
            <a:ext cx="1277216" cy="127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w to pronounce Student">
            <a:extLst>
              <a:ext uri="{FF2B5EF4-FFF2-40B4-BE49-F238E27FC236}">
                <a16:creationId xmlns:a16="http://schemas.microsoft.com/office/drawing/2014/main" id="{250AEB6E-A659-9709-733E-7BC374F5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560" y="3051377"/>
            <a:ext cx="235712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OOP: The Student Class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234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U002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655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shitansha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756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075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Shitansha Baral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496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shitansha@school.com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169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9169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2003-05-12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3375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{Math: 78, …}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5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37581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 {Football: 3, …}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841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get_average()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15087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across all subjects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8379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get_grade_letter()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21122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avg to A+, A, B+, B, C, 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441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is_failing()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2715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average is below 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get_total_eca_hours()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3319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ECA hour values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648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display_profile()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39227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full profile to terminal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822960"/>
            <a:ext cx="22860" cy="3931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5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4688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0972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each student's average. Green = pass, Red = fail.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960120"/>
            <a:ext cx="24688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0972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ECA vs Grades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73552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comparing total ECA hours against grade average.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960120"/>
            <a:ext cx="24688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25312" y="10972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 Breakdown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1463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bars showing every student's score per subject.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4688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834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Alerts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200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failing students with suggested intervention actions.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2697480"/>
            <a:ext cx="246888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73552" y="2834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Summary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73552" y="32004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min, max, std dev table + ECA grade correlation value.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are saved as PNG files to the charts/ folder. Libraries: matplotlib, numpy, pandas.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1B3E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AD5EE2-F1E0-D485-B1C2-8D3F9807380D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CD0F6-A234-D318-1F24-79810A98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77" y="171450"/>
            <a:ext cx="6106125" cy="459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2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1E3D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16EF1F-AB55-9E49-5F0A-C639FE71B91A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84AFC-44C4-58BD-70B1-DB77C88A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624" y="822961"/>
            <a:ext cx="6363077" cy="314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213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2456AE-37DA-922B-8AD2-A57C74E05B02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26989-ECEF-4AE0-F7E7-F74DDAD0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125" y="1224681"/>
            <a:ext cx="6302075" cy="269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32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7F10A-F28F-B4EE-8407-5AC8A5F3A03B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734CA-C11B-017C-5853-77FAB152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876" y="640080"/>
            <a:ext cx="6342434" cy="372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1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694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0B0C15-3C47-6BAB-913C-73D84CCCA76C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7FA146-3603-2825-B16C-AAB1811F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26" y="605790"/>
            <a:ext cx="6373680" cy="37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1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510167" cy="5143500"/>
          </a:xfrm>
          <a:prstGeom prst="rect">
            <a:avLst/>
          </a:prstGeom>
          <a:solidFill>
            <a:srgbClr val="3453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3A2E5A-74E6-34F5-DF9C-1DFE99CE3CA4}"/>
              </a:ext>
            </a:extLst>
          </p:cNvPr>
          <p:cNvSpPr/>
          <p:nvPr/>
        </p:nvSpPr>
        <p:spPr>
          <a:xfrm>
            <a:off x="480060" y="1555772"/>
            <a:ext cx="2064265" cy="2031956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71ADB-ED14-7DD6-43E0-4012542DC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671" y="617220"/>
            <a:ext cx="6327493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52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1049" y="1280160"/>
            <a:ext cx="71073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1500" dirty="0"/>
          </a:p>
        </p:txBody>
      </p:sp>
      <p:sp>
        <p:nvSpPr>
          <p:cNvPr id="4" name="Text 2"/>
          <p:cNvSpPr/>
          <p:nvPr/>
        </p:nvSpPr>
        <p:spPr>
          <a:xfrm>
            <a:off x="2218459" y="2676701"/>
            <a:ext cx="47538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We are happy to take you questions.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python3 main.py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2vOLStidBJclw/qbTR08KQ2vQdfOun1W+k3/kM6RcX0=</DigestValue>
    </Reference>
    <Reference Type="http://www.w3.org/2000/09/xmldsig#Object" URI="#idOfficeObject">
      <DigestMethod Algorithm="http://www.w3.org/2001/04/xmlenc#sha256"/>
      <DigestValue>9P3C/eeP6Q7isw1zlQ3Jq6XAJv6noqALeg00Zh1sSvw=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75PouFzPe1aTHIAWqVHfdn1ZnFknR5rUNLDRlCCwwpo=</DigestValue>
    </Reference>
  </SignedInfo>
  <SignatureValue>d7+YAPTP/4we3JdPYTVXsWJPhm6Bm8t3hNqWjhM+hVklWbzHQIgwhaJotlc8ax3GaHds/5l18Yx3
CpfJIkAhshApdWm0utrfrPRRmRA/1Dx3jtQBAOGzgKna+fFB9pXbXNfLnnS3ZOupf7WV9W9IPE1k
Vj7rcj6r/ddcrmCGDQslt+aDCUu9cwrX0i8OJRuF+fn22Fp3sShVgXbWghwdCkHqDttGVmFkReba
GCClzcVP3EsJJwQJ345zEZT8ZfGzlBbfNqgioxPAM8wzis9fAX+gyVsCjQebp6P5joy7SR3AeFeV
ASFlj9WGL0Qt0exE7iDqm6wfvq7WuhTqL1mKIw==</SignatureValue>
  <KeyInfo>
    <X509Data>
      <X509Certificate>MIID0jCCArqgAwIBAgIICmqF1OAtN1UwDQYJKoZIhvcNAQELBQAwFDESMBAGA1UEAxMJbG9jYWxob3N0MB4XDTI2MDQxNTE2MzI1NVoXDTI3MDQxNTE2MzI1NVowFDESMBAGA1UEAxMJbG9jYWxob3N0MIIBIjANBgkqhkiG9w0BAQEFAAOCAQ8AMIIBCgKCAQEArhF7H8rERkx459nWeQLzLjniFu1uzOyTIk4IngA5l57gG8t2Hu+Pe1II5VdOLEF2NJoJFvHiVc56Pgh8V+1GO3fC6HgIouQR0hMrjB1TLUVZEu3W8ZW4n7hnnXcWkTWkLh9txOBVCAPytSr1zufZmb85N1sbXPUXQkiSd461bejhurTD7raslm/MPZUisxHyjDEh4dqB+PTfYnjRkSkvtI7tfjMvq5FRlTGNcsX4pP8gMBQ5c4Gq109AVPY51J8dhSkL8AuYGsHj5Uwc1vcB76lXmAnoWEC+CIqOvtcziD2ss/n93Mywi/GxsbfaYi+PTInPICxkFm2i/mT2bmIYMQIDAQABo4IBJjCCASIwDAYDVR0TAQH/BAIwADAOBgNVHQ8BAf8EBAMCBaAwFgYDVR0lAQH/BAwwCgYIKwYBBQUHAwEwgYAGA1UdEQEB/wR2MHSCCWxvY2FsaG9zdIIPKi5kZXYubG9jYWxob3N0gg4qLmRldi5pbnRlcm5hbIIUaG9zdC5kb2NrZXIuaW50ZXJuYWyCGGhvc3QuY29udGFpbmVycy5pbnRlcm5hbIcEfwAAAYcQAAAAAAAAAAAAAAAAAAAAATAPBgorBgEEAYI3VAEBBAEGMCkGA1UdDgQiBCAzR7x2U5OHPjrnHFe/h7s9jO29YbhUWtTSuB1gKJ8pxTArBgNVHSMEJDAigCAzR7x2U5OHPjrnHFe/h7s9jO29YbhUWtTSuB1gKJ8pxTANBgkqhkiG9w0BAQsFAAOCAQEAkj6bWxJY5prnEdBSvDK1CCj3g6hHmtHNDS1GHRICIPWqurqPNGBNOQL9RZENdiOS9Z1i8S6AwmC3PbS9Ak7pGS7onEa/LOSE4Feuzc78mBtOH0TzcTKHvxT9AoeFY93bfDwhwbGYzoHxrlWLt4bCp0WPiBtpoE5MgRigRT7skhRa+ZM8xAJrBNJOuwIcOue+2YIOvzrhZQHW7wfB8BsbiHxHqiVbUQuhO8eFyxZ2I78EVfY1/Z1v15LbVJptVJVecltrlkkQIHBDiSsaymDejuBIMSEuHzqCLkfwHlBnf2nwF7cMd1ggykbHTND6d0edfYZi41khPVDIvX7DgEWo3w==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ZA0yc/xO3JTsFCHnkGRYT0tE9b7806O9EDnxF1WjyYo=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17"/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  <mdssi:RelationshipReference xmlns:mdssi="http://schemas.openxmlformats.org/package/2006/digital-signature" SourceId="rId20"/>
          </Transform>
          <Transform Algorithm="http://www.w3.org/TR/2001/REC-xml-c14n-20010315"/>
        </Transforms>
        <DigestMethod Algorithm="http://www.w3.org/2001/04/xmlenc#sha256"/>
        <DigestValue>vzOxIaRs+Y61+IeqSC9ldgyuFOCAECbFSoSsqo+wHgg=</DigestValue>
      </Reference>
      <Reference URI="/ppt/media/image1.png?ContentType=image/png">
        <DigestMethod Algorithm="http://www.w3.org/2001/04/xmlenc#sha256"/>
        <DigestValue>CBOLNnplcEm49T4phVJaP3jzrvfBydKMNn2ueQJYX58=</DigestValue>
      </Reference>
      <Reference URI="/ppt/media/image2.jpeg?ContentType=image/jpeg">
        <DigestMethod Algorithm="http://www.w3.org/2001/04/xmlenc#sha256"/>
        <DigestValue>vZKKXYkFkLJDI3FXarQaW/PrpRq0HA/JyULf+eDJ3AU=</DigestValue>
      </Reference>
      <Reference URI="/ppt/media/image3.jpeg?ContentType=image/jpeg">
        <DigestMethod Algorithm="http://www.w3.org/2001/04/xmlenc#sha256"/>
        <DigestValue>1fFDqAfRpJavC6KgAA4PC/IS2xA3cBnGZa1WZXcAH+A=</DigestValue>
      </Reference>
      <Reference URI="/ppt/media/image4.jpeg?ContentType=image/jpeg">
        <DigestMethod Algorithm="http://www.w3.org/2001/04/xmlenc#sha256"/>
        <DigestValue>fA3qIci5f9xrpbn3dq/+7glojoeB6QtKkfBkDBNF1CY=</DigestValue>
      </Reference>
      <Reference URI="/ppt/media/image5.jpeg?ContentType=image/jpeg">
        <DigestMethod Algorithm="http://www.w3.org/2001/04/xmlenc#sha256"/>
        <DigestValue>E3KzN9PgdOweYQFScr7nSQ99diLuyL0NKWqHNIcJVp8=</DigestValue>
      </Reference>
      <Reference URI="/ppt/media/image6.jpeg?ContentType=image/jpeg">
        <DigestMethod Algorithm="http://www.w3.org/2001/04/xmlenc#sha256"/>
        <DigestValue>reDVaal3p//HTiPohLu2QeMIg5kXTRI4eLEfbAgwo9k=</DigestValue>
      </Reference>
      <Reference URI="/ppt/media/image7.jpeg?ContentType=image/jpeg">
        <DigestMethod Algorithm="http://www.w3.org/2001/04/xmlenc#sha256"/>
        <DigestValue>IMdb+GryG2s9V3XQ0JF/BHGFIrEnG8PTomL1JhJgqco=</DigestValue>
      </Reference>
      <Reference URI="/ppt/media/image8.jpeg?ContentType=image/jpeg">
        <DigestMethod Algorithm="http://www.w3.org/2001/04/xmlenc#sha256"/>
        <DigestValue>Hg3bG+nD7gh3LYFtS6N4JGxZaQCILYuIUgYMbVtIeBI=</DigestValue>
      </Reference>
      <Reference URI="/ppt/media/image9.jpeg?ContentType=image/jpeg">
        <DigestMethod Algorithm="http://www.w3.org/2001/04/xmlenc#sha256"/>
        <DigestValue>Bj4Jbj48Si6mNUsy69q54PKd6Cg8xLzpXpuREC9p5gI=</DigestValue>
      </Reference>
      <Reference URI="/ppt/notesMasters/_rels/notes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/7uK4nOrjCm8I3MzWhp7br2N1LX5670v4kFsav/hBR0=</DigestValue>
      </Reference>
      <Reference URI="/ppt/notesMasters/notesMaster1.xml?ContentType=application/vnd.openxmlformats-officedocument.presentationml.notesMaster+xml">
        <DigestMethod Algorithm="http://www.w3.org/2001/04/xmlenc#sha256"/>
        <DigestValue>1nlIZ/RwxHnMn+2aQeXBV8VkITYeSpw3wcS9qARPICY=</DigestValue>
      </Reference>
      <Reference URI="/ppt/notesSlides/_rels/notes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EeS/XBqpLAllF55eGQWaUomRkiQmZbvjHd/xP4rD1Jg=</DigestValue>
      </Reference>
      <Reference URI="/ppt/notesSlides/_rels/notes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4LhxDTPvfXb9ydVFieuQdFYk+yT9fHUWrCKWprtpvCY=</DigestValue>
      </Reference>
      <Reference URI="/ppt/notesSlides/_rels/notes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9wTHvE6ZN/xvJrAG6D1pCq6vnFSQ4LhGR6Qfw5OsLF8=</DigestValue>
      </Reference>
      <Reference URI="/ppt/notesSlides/_rels/notes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AgAgNVMcvWd5J7b5DC+SX7VqNVGiqM5+3R55bsMMkm4=</DigestValue>
      </Reference>
      <Reference URI="/ppt/notesSlides/_rels/notes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Qbx2/kUayG2sCMVMUwisSjX4qdyqAkLD84NiRqLoxLo=</DigestValue>
      </Reference>
      <Reference URI="/ppt/notesSlides/_rels/notes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YK8FxVa1xWFgO62UR8D0Bkb7JpzP+2+6Tgu117aVP8Q=</DigestValue>
      </Reference>
      <Reference URI="/ppt/notesSlides/_rels/notes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Jlylh7j4/cTmIDMP3aOpMgUeDyTZLdst5XVax+AWNWI=</DigestValue>
      </Reference>
      <Reference URI="/ppt/notesSlides/_rels/notes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VLNaV+o50gKe0P8OXoiV/yuPNjkOUq1P2pyCC1Esrx4=</DigestValue>
      </Reference>
      <Reference URI="/ppt/notesSlides/notesSlide1.xml?ContentType=application/vnd.openxmlformats-officedocument.presentationml.notesSlide+xml">
        <DigestMethod Algorithm="http://www.w3.org/2001/04/xmlenc#sha256"/>
        <DigestValue>Hvm66rOajMgCC+Ly+CoLv1soUQFBvkKfgcvsn3825x8=</DigestValue>
      </Reference>
      <Reference URI="/ppt/notesSlides/notesSlide2.xml?ContentType=application/vnd.openxmlformats-officedocument.presentationml.notesSlide+xml">
        <DigestMethod Algorithm="http://www.w3.org/2001/04/xmlenc#sha256"/>
        <DigestValue>nSeLJFCl7v589aaAo+5Y199LN/Wz0+dpou3vDPsdAuY=</DigestValue>
      </Reference>
      <Reference URI="/ppt/notesSlides/notesSlide3.xml?ContentType=application/vnd.openxmlformats-officedocument.presentationml.notesSlide+xml">
        <DigestMethod Algorithm="http://www.w3.org/2001/04/xmlenc#sha256"/>
        <DigestValue>dQ1Q8gSYypdftJuM1Z9VKjwStuvv9105mLEi79RG8wE=</DigestValue>
      </Reference>
      <Reference URI="/ppt/notesSlides/notesSlide4.xml?ContentType=application/vnd.openxmlformats-officedocument.presentationml.notesSlide+xml">
        <DigestMethod Algorithm="http://www.w3.org/2001/04/xmlenc#sha256"/>
        <DigestValue>vtJMFGk8xPHJF3twfOF0IPeGX6r9SDM5PhhVpLT/pWo=</DigestValue>
      </Reference>
      <Reference URI="/ppt/notesSlides/notesSlide5.xml?ContentType=application/vnd.openxmlformats-officedocument.presentationml.notesSlide+xml">
        <DigestMethod Algorithm="http://www.w3.org/2001/04/xmlenc#sha256"/>
        <DigestValue>/I4K/JaPmSkLznzuCrUa7/kgHT50JIpllrmStbQcEp8=</DigestValue>
      </Reference>
      <Reference URI="/ppt/notesSlides/notesSlide6.xml?ContentType=application/vnd.openxmlformats-officedocument.presentationml.notesSlide+xml">
        <DigestMethod Algorithm="http://www.w3.org/2001/04/xmlenc#sha256"/>
        <DigestValue>zY0/JV+enH78IM2Nka+FLNpklt/dT4z5vWk7OQp4bS4=</DigestValue>
      </Reference>
      <Reference URI="/ppt/notesSlides/notesSlide7.xml?ContentType=application/vnd.openxmlformats-officedocument.presentationml.notesSlide+xml">
        <DigestMethod Algorithm="http://www.w3.org/2001/04/xmlenc#sha256"/>
        <DigestValue>jkw8fEHUE38cOQ6sgdiLUzqFUx4zQhY/PbGZS2bZasc=</DigestValue>
      </Reference>
      <Reference URI="/ppt/notesSlides/notesSlide8.xml?ContentType=application/vnd.openxmlformats-officedocument.presentationml.notesSlide+xml">
        <DigestMethod Algorithm="http://www.w3.org/2001/04/xmlenc#sha256"/>
        <DigestValue>XEt2zKp1LLwIIBP6mU33YHhI0f0x/JjORhqH5VlOwYo=</DigestValue>
      </Reference>
      <Reference URI="/ppt/presentation.xml?ContentType=application/vnd.openxmlformats-officedocument.presentationml.presentation.main+xml">
        <DigestMethod Algorithm="http://www.w3.org/2001/04/xmlenc#sha256"/>
        <DigestValue>rfpT+iE56Onqa8EpLBkPRGyB9mCX6OgHlmtHDYsl/1I=</DigestValue>
      </Reference>
      <Reference URI="/ppt/presProps.xml?ContentType=application/vnd.openxmlformats-officedocument.presentationml.presProps+xml">
        <DigestMethod Algorithm="http://www.w3.org/2001/04/xmlenc#sha256"/>
        <DigestValue>nC4l4g/0ioFVaSSkjl5ow/A4Eq/gq9yqOvbORHXSjR0=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LtEK4q2aOwZDiKJB8pBK/OnK09G154EwofW0Zt5tpQI=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Sfrt91NaIRfMKNBNq1cbPCoRrpIZg4WzmHO28NZKlow=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1RNMrwlZ1TT7ShTpFT/bkYili8VlSDA4Yh4ww705lxg=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Ca07CjsA628xE4Js5o0Itk6QzKcbu/qZYf5P/CQ7fQc=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FNO1f++6KdkpH1YV0YaplDVHyNTyxiYzsKRRlfqg1gM=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qJdl/b5H6zYlR8N5sZrocgeUjWGy1Khnre1HNvLhXBg=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aYlNr/WXWWsliqBLmxx0RBL9ubNaGdz9QNmmG+AaFlY=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IfpWb9v3HvOniEfII0Uz6tw5kjwAVYeyMJcMOMKLyB8=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tEZkE01Bl8CGU5T+wTzAH0HSX+YgtnWezKCwTBZEbWs=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QoOG6YH8eByYLpb5Bd8RFmth5oWXDdASjChYtvrchRQ=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O9QbgAV76AmfYG7ww3ixfeLAcfDwFPtfR5637D6hVUM=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XeW4dh9Y+joMxJid74WaDeNbN/Ya74qTVnhnZBvxbn0=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CwUKegIRo3Mi65b5Dx3GdmK4ap/JGOe4G69r9SHW3hM=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EBvHk3e4tuODK+kYMOCnrd51NtJAnBvfN7befxmnQ1g=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uKRrNAA04jX6svogFYk4Jrn7s0woyMCLQcJiJeuDB8I=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Fu4bAQogXbpCGXzpZcidhIjfi9pdc/y7srrcVRtlbfk=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vE2cx1/HiKh+jlnPqfYTe+689+yiPpawHoaORINiWkM=</DigestValue>
      </Reference>
      <Reference URI="/ppt/slides/slide1.xml?ContentType=application/vnd.openxmlformats-officedocument.presentationml.slide+xml">
        <DigestMethod Algorithm="http://www.w3.org/2001/04/xmlenc#sha256"/>
        <DigestValue>SmsH5xc9cdq2F6qC18VdNwBamS183HEt5TvoN9MNLV0=</DigestValue>
      </Reference>
      <Reference URI="/ppt/slides/slide10.xml?ContentType=application/vnd.openxmlformats-officedocument.presentationml.slide+xml">
        <DigestMethod Algorithm="http://www.w3.org/2001/04/xmlenc#sha256"/>
        <DigestValue>YQ+puPbbVmIpiwkBqDVIPhhyVVb/iZ0csL1JVe1FWLo=</DigestValue>
      </Reference>
      <Reference URI="/ppt/slides/slide11.xml?ContentType=application/vnd.openxmlformats-officedocument.presentationml.slide+xml">
        <DigestMethod Algorithm="http://www.w3.org/2001/04/xmlenc#sha256"/>
        <DigestValue>CcLkanQYrk4GNcA5mU5SIOWDTNHHWuI9TtazTX35WfA=</DigestValue>
      </Reference>
      <Reference URI="/ppt/slides/slide12.xml?ContentType=application/vnd.openxmlformats-officedocument.presentationml.slide+xml">
        <DigestMethod Algorithm="http://www.w3.org/2001/04/xmlenc#sha256"/>
        <DigestValue>Tzt1RIZXHBtc67C2T2EGaA4N672cgYeLB3OEZIT7OTI=</DigestValue>
      </Reference>
      <Reference URI="/ppt/slides/slide13.xml?ContentType=application/vnd.openxmlformats-officedocument.presentationml.slide+xml">
        <DigestMethod Algorithm="http://www.w3.org/2001/04/xmlenc#sha256"/>
        <DigestValue>WQPcDslVzXGKEKiTiF5fpoYTBcmhGqzFY3jMmyxFV0c=</DigestValue>
      </Reference>
      <Reference URI="/ppt/slides/slide14.xml?ContentType=application/vnd.openxmlformats-officedocument.presentationml.slide+xml">
        <DigestMethod Algorithm="http://www.w3.org/2001/04/xmlenc#sha256"/>
        <DigestValue>Ob47KeMiKAt9G2dJeS2gtf7Ktrzsbdt1SatNpMumz+E=</DigestValue>
      </Reference>
      <Reference URI="/ppt/slides/slide2.xml?ContentType=application/vnd.openxmlformats-officedocument.presentationml.slide+xml">
        <DigestMethod Algorithm="http://www.w3.org/2001/04/xmlenc#sha256"/>
        <DigestValue>5mY/R++0u/vHN/sbyESB9Tmvxn3FZqrNiEAShWUAdd4=</DigestValue>
      </Reference>
      <Reference URI="/ppt/slides/slide3.xml?ContentType=application/vnd.openxmlformats-officedocument.presentationml.slide+xml">
        <DigestMethod Algorithm="http://www.w3.org/2001/04/xmlenc#sha256"/>
        <DigestValue>Q52SDAT1UaH7B2FAwdVi9eCsIw/acMkeoZdgIbaM7Vw=</DigestValue>
      </Reference>
      <Reference URI="/ppt/slides/slide4.xml?ContentType=application/vnd.openxmlformats-officedocument.presentationml.slide+xml">
        <DigestMethod Algorithm="http://www.w3.org/2001/04/xmlenc#sha256"/>
        <DigestValue>pvcEIjJfr4N5Hp5wo0NgssCVU0r0xKRHvsDVox/YmYM=</DigestValue>
      </Reference>
      <Reference URI="/ppt/slides/slide5.xml?ContentType=application/vnd.openxmlformats-officedocument.presentationml.slide+xml">
        <DigestMethod Algorithm="http://www.w3.org/2001/04/xmlenc#sha256"/>
        <DigestValue>vDvZGt52rjMHuRmnxjwNBtmmdDFWmWxo76khCYB9xTY=</DigestValue>
      </Reference>
      <Reference URI="/ppt/slides/slide6.xml?ContentType=application/vnd.openxmlformats-officedocument.presentationml.slide+xml">
        <DigestMethod Algorithm="http://www.w3.org/2001/04/xmlenc#sha256"/>
        <DigestValue>v9cvH3RcIv68PQCBOn/k0zmUgl9NqD3dQMQQgUP6MAc=</DigestValue>
      </Reference>
      <Reference URI="/ppt/slides/slide7.xml?ContentType=application/vnd.openxmlformats-officedocument.presentationml.slide+xml">
        <DigestMethod Algorithm="http://www.w3.org/2001/04/xmlenc#sha256"/>
        <DigestValue>Zpf19UniWKrBw/cuzgjqbNZlDEgaqxZUuwJ6zeT1YhU=</DigestValue>
      </Reference>
      <Reference URI="/ppt/slides/slide8.xml?ContentType=application/vnd.openxmlformats-officedocument.presentationml.slide+xml">
        <DigestMethod Algorithm="http://www.w3.org/2001/04/xmlenc#sha256"/>
        <DigestValue>bi6zxuQBWs63g0H80l88gZl3RJzvfbshy1yZ/wIgsdE=</DigestValue>
      </Reference>
      <Reference URI="/ppt/slides/slide9.xml?ContentType=application/vnd.openxmlformats-officedocument.presentationml.slide+xml">
        <DigestMethod Algorithm="http://www.w3.org/2001/04/xmlenc#sha256"/>
        <DigestValue>x6s/MEe0li2REK3VF7lKzaACqDTsA42nYmBQNXUcY1I=</DigestValue>
      </Reference>
      <Reference URI="/ppt/tableStyles.xml?ContentType=application/vnd.openxmlformats-officedocument.presentationml.tableStyles+xml">
        <DigestMethod Algorithm="http://www.w3.org/2001/04/xmlenc#sha256"/>
        <DigestValue>DnrAMlEzfsuvbIyhNhnbHK7aXJDE4yENRdbD9d9N4QM=</DigestValue>
      </Reference>
      <Reference URI="/ppt/theme/theme1.xml?ContentType=application/vnd.openxmlformats-officedocument.theme+xml">
        <DigestMethod Algorithm="http://www.w3.org/2001/04/xmlenc#sha256"/>
        <DigestValue>03Yn7Rpb2kD6M5zCEVxw214BnxsShza5KyZxgFMUNMY=</DigestValue>
      </Reference>
      <Reference URI="/ppt/theme/theme2.xml?ContentType=application/vnd.openxmlformats-officedocument.theme+xml">
        <DigestMethod Algorithm="http://www.w3.org/2001/04/xmlenc#sha256"/>
        <DigestValue>s9d+C8i2jRuKppwvRPwXCFVRkO/GhUSrlINGR6tMpYQ=</DigestValue>
      </Reference>
      <Reference URI="/ppt/viewProps.xml?ContentType=application/vnd.openxmlformats-officedocument.presentationml.viewProps+xml">
        <DigestMethod Algorithm="http://www.w3.org/2001/04/xmlenc#sha256"/>
        <DigestValue>N+SWbM/obwwaCKXQOcvKxCBS/wKHszWCtTe3wdPyufA=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2026-04-19T17:05:03Z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>To avoid being copied - </SignatureComments>
          <WindowsVersion>10.0</WindowsVersion>
          <OfficeVersion>16.0.19822/27</OfficeVersion>
          <ApplicationVersion>16.0.19822</ApplicationVersion>
          <Monitors>1</Monitors>
          <HorizontalResolution>1366</HorizontalResolution>
          <VerticalResolution>768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  <SignatureInfoV2 xmlns="http://schemas.microsoft.com/office/2006/digsig">
          <Address1/>
          <Address2/>
        </SignatureInfoV2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2026-04-19T17:05:03Z</xd:SigningTime>
          <xd:SigningCertificate>
            <xd:Cert>
              <xd:CertDigest>
                <DigestMethod Algorithm="http://www.w3.org/2001/04/xmlenc#sha256"/>
                <DigestValue>69lYsDFyre8W1REXEn6Sg/wMkd45PkZB5v3v6dkLCvo=</DigestValue>
              </xd:CertDigest>
              <xd:IssuerSerial>
                <X509IssuerName>CN=localhost</X509IssuerName>
                <X509SerialNumber>750559437251229525</X509SerialNumber>
              </xd:IssuerSerial>
            </xd:Cert>
          </xd:SigningCertificate>
          <xd:SignaturePolicyIdentifier>
            <xd:SignaturePolicyImplied/>
          </xd:SignaturePolicyIdentifier>
          <xd:SignatureProductionPlace>
            <xd:City/>
            <xd:StateOrProvince/>
            <xd:PostalCode/>
            <xd:CountryName/>
          </xd:SignatureProductionPlace>
          <xd:SignerRole>
            <xd:ClaimedRoles>
              <xd:ClaimedRole>Subigya Ghimire</xd:ClaimedRole>
            </xd:ClaimedRoles>
          </xd:SignerRole>
        </xd:SignedSignatureProperties>
        <xd:SignedDataObjectProperties>
          <xd:CommitmentTypeIndication>
            <xd:CommitmentTypeId>
              <xd:Identifier>http://uri.etsi.org/01903/v1.2.2#ProofOfCreation</xd:Identifier>
              <xd:Description>Created this document</xd:Description>
            </xd:CommitmentTypeId>
            <xd:AllSignedDataObjects/>
            <xd:CommitmentTypeQualifiers>
              <xd:CommitmentTypeQualifier>To avoid being copied - </xd:CommitmentTypeQualifier>
            </xd:CommitmentTypeQualifiers>
          </xd:CommitmentTypeIndication>
        </xd:SignedDataObjectProperties>
      </xd: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Office PowerPoint</Application>
  <PresentationFormat>On-screen Show (16:9)</PresentationFormat>
  <Paragraphs>121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2026-04-19T17:03:25Z</dcterms:created>
  <dcterms:modified xsi:type="dcterms:W3CDTF">2026-04-19T17:03:56Z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